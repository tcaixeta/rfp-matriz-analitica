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Lembrar os proponentes: as subsidiárias Horizonte Seguros e Horizonte Investimentos (cerca de 900 usuários adicionais) também deverão ser incluídas no escopo.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Apresentação do Ambiente Atual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Workshop com proponentes — RFP nº 2026-017 — 22/10/2026</a:t>
            </a:r>
          </a:p>
          <a:p>
            <a:r>
              <a:t>Banco Horizonte Fictício S.A.</a:t>
            </a:r>
          </a:p>
          <a:p>
            <a:r>
              <a:t>DOCUMENTO FICTÍCIO PARA TESTE — qualquer semelhança com organizações reais é coincidência.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Números do ambiente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6.200 usuários ativos</a:t>
            </a:r>
          </a:p>
          <a:p>
            <a:r>
              <a:rPr sz="2200"/>
              <a:t>850 servidores (70% Windows, 30% Linux)</a:t>
            </a:r>
          </a:p>
          <a:p>
            <a:r>
              <a:rPr sz="2200"/>
              <a:t>2 data centers próprios (São Paulo e Campinas)</a:t>
            </a:r>
          </a:p>
          <a:p>
            <a:r>
              <a:rPr sz="2200"/>
              <a:t>Workloads em 2 nuvens públicas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Ferramentas atuais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SIEM legado — contrato encerra em 31/01/2027, sem possibilidade de prorrogação</a:t>
            </a:r>
          </a:p>
          <a:p>
            <a:r>
              <a:rPr sz="2200"/>
              <a:t>IAM: Active Directory + scripts internos</a:t>
            </a:r>
          </a:p>
          <a:p>
            <a:r>
              <a:rPr sz="2200"/>
              <a:t>Não há solução de PAM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Cerca de 1.200 alertas por dia</a:t>
            </a:r>
          </a:p>
          <a:p>
            <a:r>
              <a:rPr sz="2200"/>
              <a:t>70% de falsos positivos</a:t>
            </a:r>
          </a:p>
          <a:p>
            <a:r>
              <a:rPr sz="2200"/>
              <a:t>Meta: reduzir os falsos positivos para 10% no primeiro trimestre de operação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Expectativas para o novo serviço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Migração de 24 meses de logs históricos do SIEM legado para a nova plataforma</a:t>
            </a:r>
          </a:p>
          <a:p>
            <a:r>
              <a:rPr sz="2200"/>
              <a:t>Visão unificada de riscos para a diretoria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Ambiente Atual (fictício)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